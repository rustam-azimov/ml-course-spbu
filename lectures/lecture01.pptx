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интерпретируемость: объяснить отказ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цена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Бустинг всё ещё бьёт сети на таблицах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