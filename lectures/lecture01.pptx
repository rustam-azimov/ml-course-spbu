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_sp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ml-course-spbu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374" y="1572768"/>
            <a:ext cx="3262947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Прошлое человека — история платежей, доход, долги — говорит о будущем многое, но не всё. Поэтому модель отвечает не «вернёт» или «не вернёт», а вероятностью.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